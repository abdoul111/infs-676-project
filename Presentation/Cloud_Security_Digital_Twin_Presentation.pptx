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Attack Paths in a Simulated Cloud Environment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Abd Alwahed Haj Omar, Avner Sehayek, Alaa Salawda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16/09/2026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cloud computing, a single compromised component — a web server, a user credential, or a storage bucket — can create a cascade of security failures.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EAF0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74320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one part of our system is breached, how far can an attacker go, and what can they access next?”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building a Cloud Security Digital Twin to answer that question — a prototype that predicts the “blast radius” of a compromised cloud workload by modeling the dynamic relationships between cloud components, rather than just flagging static security risks.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demonstrate whether a security graph, automatically generated from a cloud environment's configuration, can accurately predict attack paths and the potential impact of a security breach.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2E5AA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simulated cloud environment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controlled environment standing in for a real cloud deployment.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2880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AF0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3154680"/>
            <a:ext cx="502920" cy="502920"/>
          </a:xfrm>
          <a:prstGeom prst="ellipse">
            <a:avLst/>
          </a:prstGeom>
          <a:solidFill>
            <a:srgbClr val="2E5AA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794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digital twin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3434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graph modeling relationships and permissions within that environment.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0" y="2880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AF0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3154680"/>
            <a:ext cx="502920" cy="502920"/>
          </a:xfrm>
          <a:prstGeom prst="ellipse">
            <a:avLst/>
          </a:prstGeom>
          <a:solidFill>
            <a:srgbClr val="2E5AA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794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predictive accuracy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3434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graph's forecasts against actual, controlled attacks.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phases, from simulation to comparative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42616" y="2994660"/>
            <a:ext cx="320040" cy="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68096" y="246888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37176" y="2994660"/>
            <a:ext cx="320040" cy="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62656" y="246888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62656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08376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31736" y="2994660"/>
            <a:ext cx="320040" cy="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57216" y="246888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57216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202936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26296" y="2994660"/>
            <a:ext cx="320040" cy="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51776" y="246888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51776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97496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Controlled-Attack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46336" y="246888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46336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592056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last: simulate the environment, model it as a graph, predict attacker movement, validate against real attacks, then measure how well the model performed.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Environment Simulation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cloud environment, built locally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the cost and complexity of a real cloud provider while preserving the components that matter for the attack-path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EAF0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651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154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simulated applications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70332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Pod — user-facing service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Pod — back-end service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233172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EAF0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651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154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selected AWS services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70332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storage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identities and permissions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Digital Twin Creation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configuration data into a unified security graph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automatically collects configuration data from both Kubernetes and LocalStack, then transforms it into a single security graph.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maps four critical relationships: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8346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identity a workload uses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834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AF0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8346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permissions that identity has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5262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AF0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5262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resources it can access (e.g., databases, storage)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45262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AF0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5262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other workloads it can communicate with over the network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Attack Prediction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possible attacker movement through the graph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45636" y="3566160"/>
            <a:ext cx="502920" cy="0"/>
          </a:xfrm>
          <a:prstGeom prst="line">
            <a:avLst/>
          </a:prstGeom>
          <a:noFill/>
          <a:ln w="3175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53796" y="23774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8116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8116" y="3017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compromise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28116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the Web Pod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40396" y="3566160"/>
            <a:ext cx="502920" cy="0"/>
          </a:xfrm>
          <a:prstGeom prst="line">
            <a:avLst/>
          </a:prstGeom>
          <a:noFill/>
          <a:ln w="3175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48556" y="23774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22876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22876" y="3017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graph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22876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Identities, permissions, network paths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43316" y="23774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17636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517636" y="3017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attack paths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517636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 an adversary could take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Validation through Controlled Attacks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prediction accuracy against reality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attacks are performed within the simulated environment to see what a compromised component can actually reach.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10424160" cy="128016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0175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is run from the Web Pod to see what resources it can actually access.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results of these attacks are recorded and carried into Phase 5 for comparison against the model's predictions.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Comparative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paths vs. actual attack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AF0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299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77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predicted paths were correct?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AF0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0299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Paths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77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there attack paths the model failed to predict?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AF0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3558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Paths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703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model predict paths that were not actually possible?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2461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AF0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33558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Precision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703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did the model predict the full scope of the compromise?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Contribution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contribution is not the act of drawing a graph, but the empirical validation of its predictive power — determining whether a security digital twin can be a reliable tool for proactively understanding and mitigating cloud risk.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0698480" cy="2011680"/>
          </a:xfrm>
          <a:prstGeom prst="roundRect">
            <a:avLst>
              <a:gd name="adj" fmla="val 3636"/>
            </a:avLst>
          </a:prstGeom>
          <a:solidFill>
            <a:srgbClr val="2436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32461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report will present a balanced analysis — highlighting both successful predictions and, crucially, the cases where the model was inaccurate.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0233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honest assessment will provide valuable insight into the limitations and potential of using digital twins for cloud security posture management.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Digital Twin — Abd Alwahed Haj Omar, Avner Sehayek, Alaa Salawda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2026-09-16T16:31:20Z</dcterms:created>
  <dcterms:modified xsi:type="dcterms:W3CDTF">2026-09-16T16:31:20Z</dcterms:modified>
</cp:coreProperties>
</file>